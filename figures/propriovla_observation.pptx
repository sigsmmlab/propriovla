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63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>
        <p:scale>
          <a:sx n="85" d="100"/>
          <a:sy n="85" d="100"/>
        </p:scale>
        <p:origin x="2136" y="9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A8C84-2935-8CD5-C007-F07EEEF02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F080976-5D3C-86CF-B655-67AB140A8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11" y="2223218"/>
            <a:ext cx="1813414" cy="102004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F8F1234-E812-6C75-068F-F3D2E00B9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437" y="2223217"/>
            <a:ext cx="1813414" cy="102004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31601F7-CF59-13AE-7652-30373F170C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8474" y="2223217"/>
            <a:ext cx="1813414" cy="102004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4F8BBA8-B7C6-63E7-A1CD-4B282C3A61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7151" y="2223216"/>
            <a:ext cx="1360060" cy="102004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65AF8D8-1745-A88A-5ECF-E6C39EB606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7861" y="2223216"/>
            <a:ext cx="1360060" cy="102004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1047C7D-B3A2-18F1-2427-29A02097FF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7506" y="2223216"/>
            <a:ext cx="1360060" cy="102004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7858C06-F2DE-5FAF-54D4-2637A23AE225}"/>
              </a:ext>
            </a:extLst>
          </p:cNvPr>
          <p:cNvSpPr txBox="1"/>
          <p:nvPr/>
        </p:nvSpPr>
        <p:spPr>
          <a:xfrm>
            <a:off x="105510" y="3615920"/>
            <a:ext cx="59904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chemeClr val="tx2">
                    <a:lumMod val="75000"/>
                  </a:schemeClr>
                </a:solidFill>
              </a:rPr>
              <a:t>Proprioceptive Guidance Prompt: </a:t>
            </a:r>
            <a:r>
              <a:rPr kumimoji="1" lang="en-US" altLang="zh-CN" dirty="0"/>
              <a:t>Where is the </a:t>
            </a:r>
            <a:r>
              <a:rPr kumimoji="1" lang="en-US" altLang="zh-CN" dirty="0">
                <a:solidFill>
                  <a:srgbClr val="C00000"/>
                </a:solidFill>
              </a:rPr>
              <a:t>robot itself</a:t>
            </a:r>
            <a:r>
              <a:rPr kumimoji="1" lang="en-US" altLang="zh-CN" dirty="0"/>
              <a:t>?</a:t>
            </a:r>
            <a:endParaRPr kumimoji="1" lang="en-US" altLang="zh-CN" i="1" dirty="0"/>
          </a:p>
          <a:p>
            <a:pPr>
              <a:lnSpc>
                <a:spcPct val="150000"/>
              </a:lnSpc>
            </a:pPr>
            <a:r>
              <a:rPr kumimoji="1" lang="en-US" altLang="zh-CN" i="1" dirty="0"/>
              <a:t>Real-world Task: Stack Bowls. </a:t>
            </a:r>
          </a:p>
          <a:p>
            <a:r>
              <a:rPr kumimoji="1" lang="en-US" altLang="zh-CN" dirty="0">
                <a:solidFill>
                  <a:schemeClr val="tx2">
                    <a:lumMod val="75000"/>
                  </a:schemeClr>
                </a:solidFill>
              </a:rPr>
              <a:t>Task Prompt: </a:t>
            </a:r>
            <a:r>
              <a:rPr kumimoji="1" lang="en" altLang="zh-CN" dirty="0"/>
              <a:t>Stack the three bowls on the table together.</a:t>
            </a:r>
            <a:endParaRPr kumimoji="1"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B3DCDF7-1ADD-468F-F9DE-B2326F36B6E9}"/>
              </a:ext>
            </a:extLst>
          </p:cNvPr>
          <p:cNvSpPr txBox="1"/>
          <p:nvPr/>
        </p:nvSpPr>
        <p:spPr>
          <a:xfrm>
            <a:off x="420325" y="3277433"/>
            <a:ext cx="1281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RGB Input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D831BC4-B96A-E8FF-093C-AC77D31F422A}"/>
              </a:ext>
            </a:extLst>
          </p:cNvPr>
          <p:cNvSpPr txBox="1"/>
          <p:nvPr/>
        </p:nvSpPr>
        <p:spPr>
          <a:xfrm>
            <a:off x="2193329" y="3277433"/>
            <a:ext cx="1666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Task Prompt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AB6BF92-C991-0570-AF3F-0062B8BA5183}"/>
              </a:ext>
            </a:extLst>
          </p:cNvPr>
          <p:cNvSpPr txBox="1"/>
          <p:nvPr/>
        </p:nvSpPr>
        <p:spPr>
          <a:xfrm>
            <a:off x="3971437" y="3285331"/>
            <a:ext cx="21730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Guidance Prompt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FCC1A28-F2D4-4646-9C09-E495664649ED}"/>
              </a:ext>
            </a:extLst>
          </p:cNvPr>
          <p:cNvSpPr txBox="1"/>
          <p:nvPr/>
        </p:nvSpPr>
        <p:spPr>
          <a:xfrm>
            <a:off x="6558133" y="3338035"/>
            <a:ext cx="1281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RGB Input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ABC035E-50C7-BC73-597D-44ECEA6C5870}"/>
              </a:ext>
            </a:extLst>
          </p:cNvPr>
          <p:cNvSpPr txBox="1"/>
          <p:nvPr/>
        </p:nvSpPr>
        <p:spPr>
          <a:xfrm>
            <a:off x="7868814" y="3338035"/>
            <a:ext cx="1666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Task Prompt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6CEC39B-6EC0-4CA3-9FC1-FEAD47BF3EC8}"/>
              </a:ext>
            </a:extLst>
          </p:cNvPr>
          <p:cNvSpPr txBox="1"/>
          <p:nvPr/>
        </p:nvSpPr>
        <p:spPr>
          <a:xfrm>
            <a:off x="9192515" y="3338035"/>
            <a:ext cx="221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Guidance Prompt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EF2F669-2325-56B3-3087-3C08946DA45D}"/>
              </a:ext>
            </a:extLst>
          </p:cNvPr>
          <p:cNvSpPr txBox="1"/>
          <p:nvPr/>
        </p:nvSpPr>
        <p:spPr>
          <a:xfrm>
            <a:off x="6407151" y="4150499"/>
            <a:ext cx="51698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i="1" dirty="0"/>
              <a:t>Simulation Task: Put eggplant. </a:t>
            </a:r>
          </a:p>
          <a:p>
            <a:r>
              <a:rPr kumimoji="1" lang="en-US" altLang="zh-CN" dirty="0">
                <a:solidFill>
                  <a:schemeClr val="tx2">
                    <a:lumMod val="75000"/>
                  </a:schemeClr>
                </a:solidFill>
              </a:rPr>
              <a:t>Task Prompt: </a:t>
            </a:r>
            <a:r>
              <a:rPr kumimoji="1" lang="en" altLang="zh-CN" dirty="0"/>
              <a:t>Put the eggplant into the basket.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40703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4343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56</Words>
  <Application>Microsoft Macintosh PowerPoint</Application>
  <PresentationFormat>宽屏</PresentationFormat>
  <Paragraphs>11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康烨 季</cp:lastModifiedBy>
  <cp:revision>14</cp:revision>
  <dcterms:created xsi:type="dcterms:W3CDTF">2013-01-27T09:14:16Z</dcterms:created>
  <dcterms:modified xsi:type="dcterms:W3CDTF">2026-05-02T15:19:59Z</dcterms:modified>
  <cp:category/>
</cp:coreProperties>
</file>